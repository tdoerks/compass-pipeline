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75021"/>
            <a:ext cx="1106801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E6EBF0"/>
                </a:solidFill>
              </a:rPr>
              <a:t>COMPASS — </a:t>
            </a:r>
            <a:r>
              <a:rPr sz="2600" b="1" dirty="0" err="1">
                <a:solidFill>
                  <a:srgbClr val="E6EBF0"/>
                </a:solidFill>
              </a:rPr>
              <a:t>COmprehensive</a:t>
            </a:r>
            <a:r>
              <a:rPr sz="2600" b="1" dirty="0">
                <a:solidFill>
                  <a:srgbClr val="E6EBF0"/>
                </a:solidFill>
              </a:rPr>
              <a:t> Mobile element &amp; Pathogen </a:t>
            </a:r>
            <a:r>
              <a:rPr sz="2600" b="1" dirty="0" err="1">
                <a:solidFill>
                  <a:srgbClr val="E6EBF0"/>
                </a:solidFill>
              </a:rPr>
              <a:t>ASsessment</a:t>
            </a:r>
            <a:r>
              <a:rPr sz="2600" b="1" dirty="0">
                <a:solidFill>
                  <a:srgbClr val="E6EBF0"/>
                </a:solidFill>
              </a:rPr>
              <a:t>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BF0"/>
                </a:solidFill>
              </a:rPr>
              <a:t>An integrated Nextflow workflow for bacterial WGS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BF0"/>
                </a:solidFill>
              </a:rPr>
              <a:t>Tyler Doerksen · Kansas State CVM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6618" y="228600"/>
            <a:ext cx="1382921" cy="1382921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7200</TotalTime>
  <Words>24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 Doerksen</dc:creator>
  <cp:keywords/>
  <dc:description>generated using python-pptx</dc:description>
  <cp:lastModifiedBy>Tyler Doerksen</cp:lastModifiedBy>
  <cp:revision>2</cp:revision>
  <dcterms:created xsi:type="dcterms:W3CDTF">2013-01-27T09:14:16Z</dcterms:created>
  <dcterms:modified xsi:type="dcterms:W3CDTF">2026-02-02T22:49:47Z</dcterms:modified>
  <cp:category/>
</cp:coreProperties>
</file>